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280160"/>
            <a:ext cx="5943600" cy="59436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56032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🖨️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Gia's Print</a:t>
            </a:r>
            <a:pPr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pPr indent="0" marL="0">
              <a:buNone/>
            </a:pPr>
            <a:r>
              <a:rPr lang="en-US" sz="44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42316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responsive e-commerce web application built with React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299923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999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Stoica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99923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8403A"/>
          </a:solidFill>
          <a:ln w="12700">
            <a:solidFill>
              <a:srgbClr val="284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999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Development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99923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A2818"/>
          </a:solidFill>
          <a:ln w="12700">
            <a:solidFill>
              <a:srgbClr val="2A28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999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114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stoicaglasul-tech.github.io/my-react-project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33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🛍️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Shop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products across 7 categories with search, filter and sort.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133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32120" y="1143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Checkout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0" y="1508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cart, manage quantities, multi-step checkout with payment simulation.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29169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43000" y="2926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sign in, wishlist and order history saved to localStorage.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3931920" cy="1536192"/>
          </a:xfrm>
          <a:prstGeom prst="roundRect">
            <a:avLst>
              <a:gd name="adj" fmla="val 5952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9472" y="29169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32120" y="2926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 adapting from small phones to wide desktop screens.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023360" cy="694944"/>
          </a:xfrm>
          <a:prstGeom prst="roundRect">
            <a:avLst>
              <a:gd name="adj" fmla="val 1315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444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 and document 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4023360" cy="694944"/>
          </a:xfrm>
          <a:prstGeom prst="roundRect">
            <a:avLst>
              <a:gd name="adj" fmla="val 1315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578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properties, Flexbox, Grid, animations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4023360" cy="694944"/>
          </a:xfrm>
          <a:prstGeom prst="roundRect">
            <a:avLst>
              <a:gd name="adj" fmla="val 1315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3127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4198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arrow functions, destructuring, async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13632"/>
            <a:ext cx="4023360" cy="694944"/>
          </a:xfrm>
          <a:prstGeom prst="roundRect">
            <a:avLst>
              <a:gd name="adj" fmla="val 1315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4128" y="39684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42611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UI with Hooks: useState, useContext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Tools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1389888"/>
            <a:ext cx="4023360" cy="694944"/>
          </a:xfrm>
          <a:prstGeom prst="roundRect">
            <a:avLst>
              <a:gd name="adj" fmla="val 1315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67528" y="14447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67528" y="17373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and navigation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31136"/>
            <a:ext cx="4023360" cy="694944"/>
          </a:xfrm>
          <a:prstGeom prst="roundRect">
            <a:avLst>
              <a:gd name="adj" fmla="val 1315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67528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Icons v5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67528" y="2578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icon library (Feather, Font Awesome)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072384"/>
            <a:ext cx="4023360" cy="694944"/>
          </a:xfrm>
          <a:prstGeom prst="roundRect">
            <a:avLst>
              <a:gd name="adj" fmla="val 1315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18888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67528" y="3127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67528" y="34198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dev server and build tool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913632"/>
            <a:ext cx="4023360" cy="694944"/>
          </a:xfrm>
          <a:prstGeom prst="roundRect">
            <a:avLst>
              <a:gd name="adj" fmla="val 1315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18888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367528" y="39684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67528" y="42611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via GitHub Actions CI/CD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&amp; Shop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424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3502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banner with CTA and animated tagline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0025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Products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2951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items highlighted on the home page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9626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552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sort by price or rating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867912"/>
            <a:ext cx="4114800" cy="777240"/>
          </a:xfrm>
          <a:prstGeom prst="roundRect">
            <a:avLst>
              <a:gd name="adj" fmla="val 11765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39227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Products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21538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categories: Home Decor, Toys, Tools, Jewelry…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1920240" cy="1536192"/>
          </a:xfrm>
          <a:prstGeom prst="roundRect">
            <a:avLst>
              <a:gd name="adj" fmla="val 5952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069848"/>
            <a:ext cx="1645920" cy="822960"/>
          </a:xfrm>
          <a:prstGeom prst="roundRect">
            <a:avLst>
              <a:gd name="adj" fmla="val 7778"/>
            </a:avLst>
          </a:prstGeom>
          <a:solidFill>
            <a:srgbClr val="F97316">
              <a:alpha val="45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929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Ceramic Vase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185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960120"/>
            <a:ext cx="1920240" cy="1536192"/>
          </a:xfrm>
          <a:prstGeom prst="roundRect">
            <a:avLst>
              <a:gd name="adj" fmla="val 5952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069848"/>
            <a:ext cx="1645920" cy="822960"/>
          </a:xfrm>
          <a:prstGeom prst="roundRect">
            <a:avLst>
              <a:gd name="adj" fmla="val 7778"/>
            </a:avLst>
          </a:prstGeom>
          <a:solidFill>
            <a:srgbClr val="2DD4BF">
              <a:alpha val="45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9293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Cube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2185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743200"/>
            <a:ext cx="1920240" cy="1536192"/>
          </a:xfrm>
          <a:prstGeom prst="roundRect">
            <a:avLst>
              <a:gd name="adj" fmla="val 5952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2852928"/>
            <a:ext cx="1645920" cy="822960"/>
          </a:xfrm>
          <a:prstGeom prst="roundRect">
            <a:avLst>
              <a:gd name="adj" fmla="val 7778"/>
            </a:avLst>
          </a:prstGeom>
          <a:solidFill>
            <a:srgbClr val="A78BFA">
              <a:alpha val="45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7124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Ring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3968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2743200"/>
            <a:ext cx="1920240" cy="1536192"/>
          </a:xfrm>
          <a:prstGeom prst="roundRect">
            <a:avLst>
              <a:gd name="adj" fmla="val 5952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0" y="2852928"/>
            <a:ext cx="1645920" cy="822960"/>
          </a:xfrm>
          <a:prstGeom prst="roundRect">
            <a:avLst>
              <a:gd name="adj" fmla="val 7778"/>
            </a:avLst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7124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Plush Dragon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03720" y="39684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&amp; Cart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 Page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High-quality product image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Star rating and review count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Category, material and color info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Quantity selector (+/−)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18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Add to Cart button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675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Add to Wishlist toggle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133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Related products section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896112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389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Item list with thumbnail and details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1847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➕➖  Quantity adjustments per item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304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Remove item button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2761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Subtotal per item and cart total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218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Free shipping above $50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3675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Proceed to Checkout CTA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&amp; Payment Simulation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Shipping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9601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Payment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18304" y="9601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94576" y="9601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94576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Confirmed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2697480" cy="2697480"/>
          </a:xfrm>
          <a:prstGeom prst="roundRect">
            <a:avLst>
              <a:gd name="adj" fmla="val 3390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6916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Shipping 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103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Name, address, city, country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2697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 and email validation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3291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Autofill demo button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1600200"/>
            <a:ext cx="2697480" cy="2697480"/>
          </a:xfrm>
          <a:prstGeom prst="roundRect">
            <a:avLst>
              <a:gd name="adj" fmla="val 3390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16916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 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56432" y="2103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 number with live preview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56432" y="2697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Expiry and CVV validation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56432" y="3291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Autofill demo card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1600200"/>
            <a:ext cx="2697480" cy="2697480"/>
          </a:xfrm>
          <a:prstGeom prst="roundRect">
            <a:avLst>
              <a:gd name="adj" fmla="val 3390"/>
            </a:avLst>
          </a:prstGeom>
          <a:solidFill>
            <a:srgbClr val="2A1A0C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55080" y="16916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Payment Popup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82512" y="2103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Processing spinner + progress bar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82512" y="2697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Approved → auto redirect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82512" y="3291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Declined → retry option (10%)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Wishlist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3502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Sign In and Sign Up pages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 validation with error messages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396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Demo: gia@print3d.com / demo1234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5420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Session saved to localStorage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Wishlist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33502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Save products with heart toggle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17373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Dedicated Wishlist page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1396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Move to Cart directly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54203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Count badge on navbar icon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8412480" cy="1536192"/>
          </a:xfrm>
          <a:prstGeom prst="roundRect">
            <a:avLst>
              <a:gd name="adj" fmla="val 5952"/>
            </a:avLst>
          </a:prstGeom>
          <a:solidFill>
            <a:srgbClr val="F0EDE8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1455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React Context API for global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493008"/>
            <a:ext cx="1371600" cy="804672"/>
          </a:xfrm>
          <a:prstGeom prst="roundRect">
            <a:avLst>
              <a:gd name="adj" fmla="val 9091"/>
            </a:avLst>
          </a:prstGeom>
          <a:solidFill>
            <a:srgbClr val="D1FAE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9300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94560" y="354787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35478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cart[ 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58768" y="354787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35478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wishlist[ 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22976" y="354787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35478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{ }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87184" y="354787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87184" y="35478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0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dispatch()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160520" cy="2487168"/>
          </a:xfrm>
          <a:prstGeom prst="roundRect">
            <a:avLst>
              <a:gd name="adj" fmla="val 367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91440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91440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91440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8778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AppContext.jsx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8056" y="1170432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Global state — cart reducer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48056" y="1415491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reducer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(state, action) {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" y="1660550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(action.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8056" y="1905610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'CART_ADD'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8056" y="2150669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 = state.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8056" y="2395728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=&gt; i.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payload.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" y="2640787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(exists)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8056" y="2885846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...state, cart: state.cart.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=&gt;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8056" y="3130906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i.id</a:t>
            </a:r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payload.id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" y="3375965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? { ...i, qty: i.qty </a:t>
            </a:r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} : i)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841248"/>
            <a:ext cx="4160520" cy="2487168"/>
          </a:xfrm>
          <a:prstGeom prst="roundRect">
            <a:avLst>
              <a:gd name="adj" fmla="val 367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841248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91440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91440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02352" y="91440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8778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91456" y="1170432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 guard — redirect guests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91456" y="1415491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ProtectedRoute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children }) {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91456" y="1660550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user } =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useApp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91456" y="1905610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=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useLocation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91456" y="2150669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(!user)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91456" y="2395728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Navigate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/signin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91456" y="2640787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location.pathname }}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91456" y="2885846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91456" y="3130906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91456" y="3375965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children;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3456432"/>
            <a:ext cx="4160520" cy="22860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456432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" y="35295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35295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" y="35295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34930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Checkout.jsx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8056" y="3785616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Simulate payment — 90% approve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48056" y="4030675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placeOrder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() =&gt; {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48056" y="4275734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setPayStage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'processing'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48056" y="4520794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(() =&gt; {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48056" y="4765853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 = Math.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&gt;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48056" y="5010912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setPayStage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(ok ?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'success'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'declined'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48056" y="5255971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(ok)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saveOrder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48056" y="5501030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2200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48056" y="5746090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3456432"/>
            <a:ext cx="4160520" cy="2286000"/>
          </a:xfrm>
          <a:prstGeom prst="roundRect">
            <a:avLst>
              <a:gd name="adj" fmla="val 4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3456432"/>
            <a:ext cx="41605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73168" y="352958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37760" y="352958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02352" y="352958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7800" y="34930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products.js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91456" y="3785616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Self-hosted images via Vite base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791456" y="4030675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import.meta.env.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791456" y="4275734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(n) =&gt;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791456" y="4520794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`${BASE}images/product-${n}.jpg`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791456" y="4765853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791456" y="5010912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 in product data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791456" y="5255971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name: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'Ceramic Vase'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791456" y="5501030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},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791456" y="5746090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name: 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'Scented Candle'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791456" y="5991149"/>
            <a:ext cx="3959352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image: </a:t>
            </a:r>
            <a:pPr indent="0" marL="0">
              <a:buNone/>
            </a:pPr>
            <a:r>
              <a:rPr lang="en-US" sz="8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},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GitHub Pages &amp; CI/CD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011680" cy="1874520"/>
          </a:xfrm>
          <a:prstGeom prst="roundRect">
            <a:avLst>
              <a:gd name="adj" fmla="val 487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on local dev server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0" y="1664208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42032" y="960120"/>
            <a:ext cx="2011680" cy="1874520"/>
          </a:xfrm>
          <a:prstGeom prst="roundRect">
            <a:avLst>
              <a:gd name="adj" fmla="val 487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051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33472" y="1664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33472" y="1993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branch on GitHub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53712" y="1664208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18304" y="960120"/>
            <a:ext cx="2011680" cy="1874520"/>
          </a:xfrm>
          <a:prstGeom prst="roundRect">
            <a:avLst>
              <a:gd name="adj" fmla="val 487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1051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9744" y="1664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9744" y="1993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+ vite build → dist/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29984" y="1664208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94576" y="960120"/>
            <a:ext cx="2011680" cy="1874520"/>
          </a:xfrm>
          <a:prstGeom prst="roundRect">
            <a:avLst>
              <a:gd name="adj" fmla="val 4878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86016" y="1051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86016" y="16642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86016" y="1993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GitHub Pages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999232"/>
            <a:ext cx="8412480" cy="1572768"/>
          </a:xfrm>
          <a:prstGeom prst="roundRect">
            <a:avLst>
              <a:gd name="adj" fmla="val 5814"/>
            </a:avLst>
          </a:prstGeom>
          <a:solidFill>
            <a:srgbClr val="1C1008"/>
          </a:solidFill>
          <a:ln w="12700">
            <a:solidFill>
              <a:srgbClr val="3A25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906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HashRouter used for GitHub Pages (no server rewrites needed on static hosting)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59359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builds to dist/ in under 250ms  ·  Live URL: stoicaglasul-tech.github.io/my-react-project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0058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Gia's Print3D Shop — Front-End Development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stoicaglasul-tech.github.io/my-react-project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Stoica  ·  2025 /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Gia Stoica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Gia's Print3D Shop – Web Front-End Project</dc:title>
  <dc:subject>Gia's Print3D Shop - Front-End Development Project</dc:subject>
  <dc:creator>Gia Stoica</dc:creator>
  <cp:lastModifiedBy>Gia Stoica</cp:lastModifiedBy>
  <cp:revision>1</cp:revision>
  <dcterms:created xsi:type="dcterms:W3CDTF">2026-06-29T18:33:04Z</dcterms:created>
  <dcterms:modified xsi:type="dcterms:W3CDTF">2026-06-29T18:33:04Z</dcterms:modified>
</cp:coreProperties>
</file>